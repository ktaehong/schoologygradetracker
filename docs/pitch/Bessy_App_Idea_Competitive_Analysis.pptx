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2B2F5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B2F5B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86868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899" y="1008583"/>
            <a:ext cx="543154" cy="5431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031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IDEA &amp; COMPETITIVE ANALYSIS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146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Bessy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privacy-first companion app for Schoology grades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88720" y="4251960"/>
            <a:ext cx="9811512" cy="1783080"/>
          </a:xfrm>
          <a:prstGeom prst="roundRect">
            <a:avLst>
              <a:gd name="adj" fmla="val 5128"/>
            </a:avLst>
          </a:prstGeom>
          <a:solidFill>
            <a:srgbClr val="2B2F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5448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47365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Schoology's own app is clunky. The leading third-party fix, StudyBuddy, locks grade notifications, widgets, and live sync behind a $4.99/mo subscription.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4480560"/>
            <a:ext cx="18288" cy="1371600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473659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Bessy gives every Schoology student the same tools — What-If grade calculator, trend charts, notifications, a home-screen widget — for free, processed entirely on-device.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Bessy — App Idea &amp; Competitive Analysis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IDEA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Bessy Works — Architecture &amp; Roadmap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9431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8470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Schoology (OAuth 1.0a)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1854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log in on Schoology's own page — the app never sees a password, and school SSO (Google/Microsoft) still works.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87578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77977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processed on-device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31181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fetched straight to the phone and cached locally; nothing is stored on a Bessy server.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739896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80847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7124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registered app, every student self-authorizes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40507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developer key covers all schools — no per-district IT approval needed, the same model StudyBuddy uses today.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4709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13232" y="48463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13232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5212080"/>
            <a:ext cx="3191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 list, color-coded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What-If calculator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Dark mode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Pull-to-refresh sync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334256" y="4709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498848" y="48463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B1F3B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4498848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Parity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498848" y="5212080"/>
            <a:ext cx="3191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Final-grade calculator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 trend charts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GPA / multi-term rollup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Assignment calendar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19872" y="4709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84464" y="48463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84464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v1.x — Differentiators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8284464" y="5212080"/>
            <a:ext cx="3191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Grade-change notifications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Home-screen widget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Goal tracking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Weighted-category visualizer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Bessy — App Idea &amp; Competitive Analysis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Apps Already in This Space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20440"/>
        </p:xfrm>
        <a:graphic>
          <a:graphicData uri="http://schemas.openxmlformats.org/drawingml/2006/table">
            <a:tbl>
              <a:tblPr/>
              <a:tblGrid>
                <a:gridCol w="3246120"/>
                <a:gridCol w="2880360"/>
                <a:gridCol w="2148840"/>
                <a:gridCol w="1600200"/>
                <a:gridCol w="12161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StudyBuddy – Schoology Grades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VaultIQ Inc.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iOS, Android, Web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+ $4.99/mo Pro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4.6★ (54 ratings)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Bessy – Schoology Grades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Armaan Aggarwal (indie, est. 2022)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iOS, Android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on App Store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Schoology Plus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Aaron Opell (open source, MIT)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/ Firefox / Edge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 users, 4.7★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Schoology Grade Displayer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Dixit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extension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users, 4.6★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Schoology Grade Manager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Aleksey Valouev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extension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791 users, 3.4★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GradeWay for HAC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Sriram Mupparapu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+ $4.99 Premium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4.8★ (71,000+ ratings)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1EA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05272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80160" y="550468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note: an app already called “Bessy” has served this exact niche since 2022 (free, iOS + Android, live today). A rebrand or clear differentiation is worth deciding before launch.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Bessy — App Idea &amp; Competitive Analysis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App Actually Offers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1965960"/>
                <a:gridCol w="1965960"/>
                <a:gridCol w="1828800"/>
                <a:gridCol w="1581912"/>
              </a:tblGrid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Bessy (ours)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StudyBuddy Pro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Schoology Plus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Bessy (original)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grade calculator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Grade-change 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Home-screen 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mobile app (iOS + Android)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Weighted-category impact visualizer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= not publicly documented / not verifiable from public sources. “Bessy (original)” row values reflect publicly described features, not internal architecture.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Bessy — App Idea &amp; Competitive Analysis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Bessy Unique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176272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256739"/>
            <a:ext cx="341986" cy="3419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Features, Zero Cost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8892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app in this space giving away notifications, widgets, and live sync free — no $4.99/mo tier required.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82512" y="19202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38544" y="2176272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11" y="2256739"/>
            <a:ext cx="341986" cy="3419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96912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 Architecture, Not a Promise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638544" y="278892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are parsed and cached on-device by design; no central database of student grades exists to be breached.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95928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425196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4332427"/>
            <a:ext cx="341986" cy="3419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197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Tracking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04672" y="4864608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target grade per class and see exactly what's needed on remaining work — no competitor above offers this.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82512" y="3995928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38544" y="425196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011" y="4332427"/>
            <a:ext cx="341986" cy="34198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96912" y="4197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Weighted-Category Visualizer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638544" y="4864608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grading category is actually moving the final grade — a desktop-extension-grade tool, on mobile.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Bessy — App Idea &amp; Competitive Analysis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8338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VERIFICATION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Competitor Data Verified Against Primary Sources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 – Schoology Grades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84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listing + getstudybuddy.io official site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41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Bessy – Schoology Grades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340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listing; The Wildcat Tribune (DVHS) and SHP Media student news coverage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9125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Schoology Plus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8386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github.com/aopell/SchoologyPlus (MIT license); Chrome Web Store listing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9410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Schoology Grade Displayer / Manager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33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Web Store listings (install counts, ratings, developer names)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GradeWay for HAC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983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listing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440680"/>
            <a:ext cx="11091672" cy="13716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ratings, and user counts reflect each store listing as of September 2026 and are subject to change without notice.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Bessy — App Idea &amp; Competitive Analysis</dc:title>
  <dc:subject>PptxGenJS Presentation</dc:subject>
  <dc:creator>Tae</dc:creator>
  <cp:lastModifiedBy>Tae</cp:lastModifiedBy>
  <cp:revision>1</cp:revision>
  <dcterms:created xsi:type="dcterms:W3CDTF">2026-09-01T22:47:10Z</dcterms:created>
  <dcterms:modified xsi:type="dcterms:W3CDTF">2026-09-01T22:47:10Z</dcterms:modified>
</cp:coreProperties>
</file>